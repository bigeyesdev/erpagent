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Purchase Order PO-2026-003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Nordwind Bau GmbH</a:t>
            </a:r>
          </a:p>
          <a:p>
            <a:r>
              <a:t>Requested delivery: 2026-02-12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lines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09600">
                <a:tc>
                  <a:txBody>
                    <a:bodyPr/>
                    <a:lstStyle/>
                    <a:p>
                      <a:r>
                        <a:t>SKU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price EUR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SKU-100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Steel Bracket 50mm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SKU-200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Hex Bolt M8x40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Fictional order PO-2026-003</dc:title>
  <dc:subject/>
  <dc:creator>AlpenWerk fixture generator</dc:creator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